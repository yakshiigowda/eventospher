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F806-CBF2-1980-F5D8-A967B61B8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2C4E5-34D7-B0CF-7F37-25071BDCA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C89F-F6B7-938B-07DE-65D7414A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CF88F-0502-8EE3-CDAA-EB21AD28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011C2-633B-D442-C9ED-F63FDAF7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3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103A-0021-AFD0-8FFE-7294A7CFB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B91D1-787B-A240-390E-7E294210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70C0-CD33-A7C6-E308-F5515D8B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9CE4-EE70-771B-4890-8BE1AA27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96A96-4A7A-397E-28A7-08EE1813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86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7655-2CF1-A77D-51A2-9C18ECFC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204F-1938-68E7-3993-79495C6C5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7F2A-BB3D-8CE2-ED86-48C8D7B4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0EFB-7574-ED80-101C-0CF0DF86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BABB3-4572-1B90-0AE5-D88F7FA5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68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3A6A8-199A-36F5-9597-FDBD91C7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F2765-D269-C0F9-3121-1C37C85C7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D2031-B970-C9DA-F238-108B04675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B8C0F-F112-27B8-F821-6BF7A7F2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E086F-983F-CCB4-AAFD-798AFEF0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69BE4-242D-5879-27EC-8F15457F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965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F4FD-8668-0702-5C77-61F103F1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44F2F-E066-2083-03B0-5FBFDBDA2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4104B-9BA2-028E-770C-EE87E6C3E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7C285-9EB0-4072-32A2-7D36CF3DA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C4C9A-C73A-EB76-3351-D8AAC2374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7781B-B29D-87C0-F793-86BD15D7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C327F-0952-787E-51FF-C441DD00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C317B-8988-35CB-A21C-1519CDA3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49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CC9D-643A-4137-83B4-F2B5DBD0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BCAB5-9BE7-197C-DD56-24B6111A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3B5C9-44CC-F619-0F9A-C0E4EBB5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50149-2A55-59C7-2F10-F13B325D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91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396B3-3CF7-97B7-29B5-04F7EBD9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F0C96-C7C9-6765-2A7C-68F11E937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844A6-22CC-436C-EBDA-98F16CED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00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A126-0D58-517C-42C1-B536C46B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8E665-39E2-5DB1-B2FD-18713182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83D92-68C6-F4C8-C49B-1303F02D6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EDE5F-3C85-E3F9-0D30-9512EF3F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B1722-8B3B-BAFB-4354-82ADA386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2449B-2E99-FB9B-9F87-825CAABF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A26F-76E1-630A-2109-911EAEA2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27A79B-4CA2-B2FB-3C0A-799B98E69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70154-3FB5-275E-AB37-00CCAD3C1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3F51C-601D-0ECE-DB8D-F719DC5B3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4D389-9E43-3863-7C73-2D604072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7204E-2A0E-9EC7-B40D-3659C79F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11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9DB3-1D57-2FA0-19DD-D391911B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98E25-454C-C263-CD9B-1F4E011F0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453AB-DA9E-1E69-923E-3B42597C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E40C0-FA45-83E4-D128-9975E808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62A2E-4981-F8F0-F876-78E82E3A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55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ED5D2-61B9-246D-D052-2BE787F24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AA6DA-FAD5-0CDE-ED96-1B8F6A570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53468-49BA-33B1-6376-B7002D7E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2AE5B-4A3D-759D-DAE2-4061094B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42E1-D16A-AB6F-2ABD-50265CBE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99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AD5F5-8B13-FF98-E759-11C7266D6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E94C8-8BCC-BFEC-A4B5-A2E46EF2F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6B17-DC39-90AB-1D6B-EB4FB1D36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FF82F-98E4-4347-8C14-9A905AD200B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7440-11D2-4391-0983-F3870CADC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0BECB-9BDF-8BB6-5C71-DDD56BF9C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A31C5-93CF-430A-8720-6F3B8ABDE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81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740DF2-D518-D49D-FD94-1FD5F8BE40B4}"/>
              </a:ext>
            </a:extLst>
          </p:cNvPr>
          <p:cNvSpPr/>
          <p:nvPr/>
        </p:nvSpPr>
        <p:spPr>
          <a:xfrm>
            <a:off x="675314" y="371212"/>
            <a:ext cx="10841372" cy="6115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6B29D0-6453-DEB8-36DA-AF3B0017C5E2}"/>
              </a:ext>
            </a:extLst>
          </p:cNvPr>
          <p:cNvCxnSpPr>
            <a:cxnSpLocks/>
          </p:cNvCxnSpPr>
          <p:nvPr/>
        </p:nvCxnSpPr>
        <p:spPr>
          <a:xfrm>
            <a:off x="675314" y="1384183"/>
            <a:ext cx="10841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5BC150F-183F-123D-B199-BDA3287C8C33}"/>
              </a:ext>
            </a:extLst>
          </p:cNvPr>
          <p:cNvSpPr/>
          <p:nvPr/>
        </p:nvSpPr>
        <p:spPr>
          <a:xfrm>
            <a:off x="754380" y="1384182"/>
            <a:ext cx="7459980" cy="497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B73D64-8596-0526-ABAD-5EE5A4E2467B}"/>
              </a:ext>
            </a:extLst>
          </p:cNvPr>
          <p:cNvSpPr/>
          <p:nvPr/>
        </p:nvSpPr>
        <p:spPr>
          <a:xfrm>
            <a:off x="8468756" y="1526795"/>
            <a:ext cx="2822826" cy="17113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E6B6E6-4A7C-3611-8B07-A55F1CF67A1E}"/>
              </a:ext>
            </a:extLst>
          </p:cNvPr>
          <p:cNvSpPr/>
          <p:nvPr/>
        </p:nvSpPr>
        <p:spPr>
          <a:xfrm>
            <a:off x="6614160" y="469783"/>
            <a:ext cx="1405716" cy="327154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E0BDB6-C997-198E-A4FB-895B9313A652}"/>
              </a:ext>
            </a:extLst>
          </p:cNvPr>
          <p:cNvSpPr/>
          <p:nvPr/>
        </p:nvSpPr>
        <p:spPr>
          <a:xfrm flipH="1">
            <a:off x="8019876" y="469783"/>
            <a:ext cx="1501630" cy="3271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5CA616-A4F3-5A31-6164-C796A2A5C723}"/>
              </a:ext>
            </a:extLst>
          </p:cNvPr>
          <p:cNvSpPr/>
          <p:nvPr/>
        </p:nvSpPr>
        <p:spPr>
          <a:xfrm>
            <a:off x="9521506" y="469783"/>
            <a:ext cx="1501630" cy="3271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F62C7C48-D5AE-3DF5-5538-5F0CA96B4C15}"/>
              </a:ext>
            </a:extLst>
          </p:cNvPr>
          <p:cNvSpPr/>
          <p:nvPr/>
        </p:nvSpPr>
        <p:spPr>
          <a:xfrm>
            <a:off x="1182848" y="595618"/>
            <a:ext cx="2567031" cy="64595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797C6C-0C07-847B-C9C1-C8A965C1CDEC}"/>
              </a:ext>
            </a:extLst>
          </p:cNvPr>
          <p:cNvSpPr/>
          <p:nvPr/>
        </p:nvSpPr>
        <p:spPr>
          <a:xfrm>
            <a:off x="1182848" y="1862356"/>
            <a:ext cx="6233020" cy="3548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066BF3-FB7C-D07D-FD96-4AFD54F0EA1F}"/>
              </a:ext>
            </a:extLst>
          </p:cNvPr>
          <p:cNvSpPr/>
          <p:nvPr/>
        </p:nvSpPr>
        <p:spPr>
          <a:xfrm>
            <a:off x="1182848" y="5675660"/>
            <a:ext cx="6233020" cy="4268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4F954D2-388D-B87B-2B0A-841D28C7FD61}"/>
              </a:ext>
            </a:extLst>
          </p:cNvPr>
          <p:cNvSpPr/>
          <p:nvPr/>
        </p:nvSpPr>
        <p:spPr>
          <a:xfrm>
            <a:off x="9026554" y="2709644"/>
            <a:ext cx="1736521" cy="3942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ADB503B-7DD3-F37C-A5C5-482D6D1F9BD1}"/>
              </a:ext>
            </a:extLst>
          </p:cNvPr>
          <p:cNvSpPr/>
          <p:nvPr/>
        </p:nvSpPr>
        <p:spPr>
          <a:xfrm>
            <a:off x="9656769" y="1557635"/>
            <a:ext cx="615552" cy="5872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BD4A12EB-A831-84CD-0F9A-61BE68CF518A}"/>
              </a:ext>
            </a:extLst>
          </p:cNvPr>
          <p:cNvSpPr/>
          <p:nvPr/>
        </p:nvSpPr>
        <p:spPr>
          <a:xfrm>
            <a:off x="9460124" y="2144876"/>
            <a:ext cx="1020614" cy="394283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429A43-78D4-BEFC-2268-EE71F184BBBB}"/>
              </a:ext>
            </a:extLst>
          </p:cNvPr>
          <p:cNvSpPr/>
          <p:nvPr/>
        </p:nvSpPr>
        <p:spPr>
          <a:xfrm>
            <a:off x="8474040" y="3380759"/>
            <a:ext cx="2817541" cy="28538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C9763-0C06-BC46-381D-28CFE7F55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47" y="1048047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99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Yakshith K D</dc:creator>
  <cp:lastModifiedBy>Yakshith K D</cp:lastModifiedBy>
  <cp:revision>5</cp:revision>
  <dcterms:created xsi:type="dcterms:W3CDTF">2025-11-01T14:21:23Z</dcterms:created>
  <dcterms:modified xsi:type="dcterms:W3CDTF">2025-11-01T14:40:56Z</dcterms:modified>
</cp:coreProperties>
</file>